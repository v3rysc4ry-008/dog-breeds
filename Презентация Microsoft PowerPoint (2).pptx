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2" d="100"/>
          <a:sy n="102" d="100"/>
        </p:scale>
        <p:origin x="834" y="8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3" y="3129280"/>
            <a:ext cx="3401062" cy="289559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анорамная фотография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подпис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4" y="3657600"/>
            <a:ext cx="8825659" cy="23621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Цитата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auto"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cap="sm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 bwMode="auto"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/>
              <a:t>“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/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арточка имен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ри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4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3873106" y="2667000"/>
            <a:ext cx="294679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7" name="Straight Connector 16"/>
          <p:cNvCxnSpPr>
            <a:cxnSpLocks/>
          </p:cNvCxnSpPr>
          <p:nvPr/>
        </p:nvCxnSpPr>
        <p:spPr bwMode="auto"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cxnSpLocks/>
          </p:cNvCxnSpPr>
          <p:nvPr/>
        </p:nvCxnSpPr>
        <p:spPr bwMode="auto"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толбец с тремя рисунк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 sz="4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9" name="Picture Placeholder 2"/>
          <p:cNvSpPr>
            <a:spLocks noChangeAspect="1" noGrp="1"/>
          </p:cNvSpPr>
          <p:nvPr>
            <p:ph type="pic" idx="15"/>
          </p:nvPr>
        </p:nvSpPr>
        <p:spPr bwMode="auto"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652463" y="4827211"/>
            <a:ext cx="2940050" cy="6591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0" name="Picture Placeholder 2"/>
          <p:cNvSpPr>
            <a:spLocks noChangeAspect="1" noGrp="1"/>
          </p:cNvSpPr>
          <p:nvPr>
            <p:ph type="pic" idx="21"/>
          </p:nvPr>
        </p:nvSpPr>
        <p:spPr bwMode="auto"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3888022" y="4827210"/>
            <a:ext cx="2934406" cy="6591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1" name="Picture Placeholder 2"/>
          <p:cNvSpPr>
            <a:spLocks noChangeAspect="1" noGrp="1"/>
          </p:cNvSpPr>
          <p:nvPr>
            <p:ph type="pic" idx="22"/>
          </p:nvPr>
        </p:nvSpPr>
        <p:spPr bwMode="auto"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7124575" y="4827208"/>
            <a:ext cx="2935997" cy="6591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 bwMode="auto"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 bwMode="auto"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52463" y="887414"/>
            <a:ext cx="7423149" cy="5368924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9"/>
          <a:srcRect l="3613" t="0" r="0" b="0"/>
          <a:stretch/>
        </p:blipFill>
        <p:spPr bwMode="auto"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0"/>
          <a:srcRect l="35640" t="0" r="0" b="0"/>
          <a:stretch/>
        </p:blipFill>
        <p:spPr bwMode="auto">
          <a:xfrm>
            <a:off x="0" y="2892346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 bwMode="auto"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</a:gsLst>
            <a:path path="circle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1"/>
          <a:srcRect l="0" t="28813" r="0" b="0"/>
          <a:stretch/>
        </p:blipFill>
        <p:spPr bwMode="auto"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2"/>
          <a:srcRect l="0" t="0" r="0" b="23319"/>
          <a:stretch/>
        </p:blipFill>
        <p:spPr bwMode="auto">
          <a:xfrm>
            <a:off x="8605878" y="6096000"/>
            <a:ext cx="993733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auto"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 rot="5400000">
            <a:off x="10155639" y="1790700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87F0CE8C-D319-4857-9DF4-D6320CC831EB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39" y="295728"/>
            <a:ext cx="83819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C522A6-602F-42AC-8CB4-00F0A33469EB}" type="slidenum">
              <a:rPr lang="ru-RU"/>
              <a:t/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>
        <a:spcBef>
          <a:spcPts val="0"/>
        </a:spcBef>
        <a:buNone/>
        <a:defRPr sz="4200" b="0" i="0">
          <a:solidFill>
            <a:schemeClr val="tx2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2000" b="0" i="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800" b="0" i="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600" b="0" i="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/>
        <a:buChar char=""/>
        <a:defRPr sz="1400" b="0" i="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sz="6000">
                <a:latin typeface="Aptos"/>
                <a:ea typeface="Aptos"/>
                <a:cs typeface="Aptos"/>
              </a:rPr>
              <a:t>DogFacts</a:t>
            </a:r>
            <a:endParaRPr lang="ru-RU" sz="600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000">
                <a:latin typeface="Aptos"/>
                <a:ea typeface="Aptos"/>
                <a:cs typeface="Aptos"/>
              </a:rPr>
              <a:t>— сайт о породах собак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Flask</a:t>
            </a:r>
            <a:r>
              <a:rPr lang="ru-RU" sz="2000">
                <a:latin typeface="Aptos"/>
                <a:ea typeface="Aptos"/>
                <a:cs typeface="Aptos"/>
              </a:rPr>
              <a:t> + </a:t>
            </a:r>
            <a:r>
              <a:rPr lang="ru-RU" sz="2000">
                <a:latin typeface="Aptos"/>
                <a:ea typeface="Aptos"/>
                <a:cs typeface="Aptos"/>
              </a:rPr>
              <a:t>SQLAlchemy</a:t>
            </a:r>
            <a:r>
              <a:rPr lang="ru-RU" sz="2000">
                <a:latin typeface="Aptos"/>
                <a:ea typeface="Aptos"/>
                <a:cs typeface="Aptos"/>
              </a:rPr>
              <a:t> + </a:t>
            </a:r>
            <a:r>
              <a:rPr lang="ru-RU" sz="2000">
                <a:latin typeface="Aptos"/>
                <a:ea typeface="Aptos"/>
                <a:cs typeface="Aptos"/>
              </a:rPr>
              <a:t>Bootstrap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sz="3200">
                <a:latin typeface="Aptos"/>
                <a:ea typeface="Aptos"/>
                <a:cs typeface="Aptos"/>
              </a:rPr>
              <a:t>Что умеет сайт</a:t>
            </a:r>
            <a:br>
              <a:rPr lang="ru-RU" sz="1800">
                <a:latin typeface="Aptos"/>
                <a:ea typeface="Aptos"/>
                <a:cs typeface="Aptos"/>
              </a:rPr>
            </a:br>
            <a:r>
              <a:rPr lang="ru-RU" sz="1800">
                <a:latin typeface="Aptos"/>
                <a:ea typeface="Aptos"/>
                <a:cs typeface="Aptos"/>
              </a:rPr>
              <a:t> </a:t>
            </a:r>
            <a:br>
              <a:rPr lang="ru-RU" sz="1800">
                <a:latin typeface="Aptos"/>
                <a:ea typeface="Aptos"/>
                <a:cs typeface="Aptos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47131" y="1331259"/>
            <a:ext cx="8946541" cy="4195481"/>
          </a:xfrm>
        </p:spPr>
        <p:txBody>
          <a:bodyPr/>
          <a:lstStyle/>
          <a:p>
            <a:pPr>
              <a:defRPr/>
            </a:pPr>
            <a:r>
              <a:rPr lang="ru-RU" sz="2000">
                <a:latin typeface="Aptos"/>
                <a:ea typeface="Aptos"/>
                <a:cs typeface="Aptos"/>
              </a:rPr>
              <a:t>· 5 пород, у каждой 3 факта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Регистрация / вход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Лайки фактам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Факт дня на главной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REST API (JSON)</a:t>
            </a:r>
            <a:endParaRPr lang="ru-RU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flipH="0" flipV="0">
            <a:off x="5212211" y="1331258"/>
            <a:ext cx="5260281" cy="39719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sz="4000">
                <a:latin typeface="Aptos"/>
                <a:ea typeface="Aptos"/>
                <a:cs typeface="Aptos"/>
              </a:rPr>
              <a:t>REST API</a:t>
            </a:r>
            <a:br>
              <a:rPr lang="ru-RU" sz="1800">
                <a:latin typeface="Aptos"/>
                <a:ea typeface="Aptos"/>
                <a:cs typeface="Aptos"/>
              </a:rPr>
            </a:br>
            <a:r>
              <a:rPr lang="ru-RU" sz="1800">
                <a:latin typeface="Aptos"/>
                <a:ea typeface="Aptos"/>
                <a:cs typeface="Aptos"/>
              </a:rPr>
              <a:t>  </a:t>
            </a:r>
            <a:br>
              <a:rPr lang="ru-RU" sz="1800">
                <a:latin typeface="Aptos"/>
                <a:ea typeface="Aptos"/>
                <a:cs typeface="Aptos"/>
              </a:rPr>
            </a:b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75201" y="1331259"/>
            <a:ext cx="8946541" cy="4195481"/>
          </a:xfrm>
        </p:spPr>
        <p:txBody>
          <a:bodyPr/>
          <a:lstStyle/>
          <a:p>
            <a:pPr>
              <a:defRPr/>
            </a:pPr>
            <a:r>
              <a:rPr lang="ru-RU" sz="2000">
                <a:latin typeface="Aptos"/>
                <a:ea typeface="Aptos"/>
                <a:cs typeface="Aptos"/>
              </a:rPr>
              <a:t>Запрос Что даёт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GET /</a:t>
            </a:r>
            <a:r>
              <a:rPr lang="ru-RU" sz="2000">
                <a:latin typeface="Aptos"/>
                <a:ea typeface="Aptos"/>
                <a:cs typeface="Aptos"/>
              </a:rPr>
              <a:t>api</a:t>
            </a:r>
            <a:r>
              <a:rPr lang="ru-RU" sz="2000">
                <a:latin typeface="Aptos"/>
                <a:ea typeface="Aptos"/>
                <a:cs typeface="Aptos"/>
              </a:rPr>
              <a:t>/</a:t>
            </a:r>
            <a:r>
              <a:rPr lang="ru-RU" sz="2000">
                <a:latin typeface="Aptos"/>
                <a:ea typeface="Aptos"/>
                <a:cs typeface="Aptos"/>
              </a:rPr>
              <a:t>breeds</a:t>
            </a:r>
            <a:r>
              <a:rPr lang="ru-RU" sz="2000">
                <a:latin typeface="Aptos"/>
                <a:ea typeface="Aptos"/>
                <a:cs typeface="Aptos"/>
              </a:rPr>
              <a:t> Все породы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GET /</a:t>
            </a:r>
            <a:r>
              <a:rPr lang="ru-RU" sz="2000">
                <a:latin typeface="Aptos"/>
                <a:ea typeface="Aptos"/>
                <a:cs typeface="Aptos"/>
              </a:rPr>
              <a:t>api</a:t>
            </a:r>
            <a:r>
              <a:rPr lang="ru-RU" sz="2000">
                <a:latin typeface="Aptos"/>
                <a:ea typeface="Aptos"/>
                <a:cs typeface="Aptos"/>
              </a:rPr>
              <a:t>/</a:t>
            </a:r>
            <a:r>
              <a:rPr lang="ru-RU" sz="2000">
                <a:latin typeface="Aptos"/>
                <a:ea typeface="Aptos"/>
                <a:cs typeface="Aptos"/>
              </a:rPr>
              <a:t>breeds</a:t>
            </a:r>
            <a:r>
              <a:rPr lang="ru-RU" sz="2000">
                <a:latin typeface="Aptos"/>
                <a:ea typeface="Aptos"/>
                <a:cs typeface="Aptos"/>
              </a:rPr>
              <a:t>/1 Мопс + факты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GET /</a:t>
            </a:r>
            <a:r>
              <a:rPr lang="ru-RU" sz="2000">
                <a:latin typeface="Aptos"/>
                <a:ea typeface="Aptos"/>
                <a:cs typeface="Aptos"/>
              </a:rPr>
              <a:t>api</a:t>
            </a:r>
            <a:r>
              <a:rPr lang="ru-RU" sz="2000">
                <a:latin typeface="Aptos"/>
                <a:ea typeface="Aptos"/>
                <a:cs typeface="Aptos"/>
              </a:rPr>
              <a:t>/</a:t>
            </a:r>
            <a:r>
              <a:rPr lang="ru-RU" sz="2000">
                <a:latin typeface="Aptos"/>
                <a:ea typeface="Aptos"/>
                <a:cs typeface="Aptos"/>
              </a:rPr>
              <a:t>random_fact</a:t>
            </a:r>
            <a:r>
              <a:rPr lang="ru-RU" sz="2000">
                <a:latin typeface="Aptos"/>
                <a:ea typeface="Aptos"/>
                <a:cs typeface="Aptos"/>
              </a:rPr>
              <a:t> Случайный факт</a:t>
            </a:r>
            <a:br>
              <a:rPr lang="ru-RU" sz="2000">
                <a:latin typeface="Aptos"/>
                <a:ea typeface="Aptos"/>
                <a:cs typeface="Aptos"/>
              </a:rPr>
            </a:br>
            <a:endParaRPr lang="ru-RU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738433" y="2887840"/>
            <a:ext cx="9753600" cy="356235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55636" y="809271"/>
            <a:ext cx="9404723" cy="1400530"/>
          </a:xfrm>
        </p:spPr>
        <p:txBody>
          <a:bodyPr/>
          <a:lstStyle/>
          <a:p>
            <a:pPr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sz="4000">
                <a:latin typeface="Aptos"/>
                <a:ea typeface="Aptos"/>
                <a:cs typeface="Aptos"/>
              </a:rPr>
              <a:t>Технологии</a:t>
            </a:r>
            <a:br>
              <a:rPr lang="ru-RU" sz="1800">
                <a:latin typeface="Aptos"/>
                <a:ea typeface="Aptos"/>
                <a:cs typeface="Aptos"/>
              </a:rPr>
            </a:br>
            <a:r>
              <a:rPr lang="ru-RU" sz="1800">
                <a:latin typeface="Aptos"/>
                <a:ea typeface="Aptos"/>
                <a:cs typeface="Aptos"/>
              </a:rPr>
              <a:t>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575855" y="1853248"/>
            <a:ext cx="8946541" cy="4195481"/>
          </a:xfrm>
        </p:spPr>
        <p:txBody>
          <a:bodyPr/>
          <a:lstStyle/>
          <a:p>
            <a:pPr>
              <a:defRPr/>
            </a:pPr>
            <a:r>
              <a:rPr lang="ru-RU" sz="2000">
                <a:latin typeface="Aptos"/>
                <a:ea typeface="Aptos"/>
                <a:cs typeface="Aptos"/>
              </a:rPr>
              <a:t>· Python / </a:t>
            </a:r>
            <a:r>
              <a:rPr lang="ru-RU" sz="2000">
                <a:latin typeface="Aptos"/>
                <a:ea typeface="Aptos"/>
                <a:cs typeface="Aptos"/>
              </a:rPr>
              <a:t>Flask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</a:t>
            </a:r>
            <a:r>
              <a:rPr lang="ru-RU" sz="2000">
                <a:latin typeface="Aptos"/>
                <a:ea typeface="Aptos"/>
                <a:cs typeface="Aptos"/>
              </a:rPr>
              <a:t>SQLAlchemy</a:t>
            </a:r>
            <a:r>
              <a:rPr lang="ru-RU" sz="2000">
                <a:latin typeface="Aptos"/>
                <a:ea typeface="Aptos"/>
                <a:cs typeface="Aptos"/>
              </a:rPr>
              <a:t> (БД)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</a:t>
            </a:r>
            <a:r>
              <a:rPr lang="ru-RU" sz="2000">
                <a:latin typeface="Aptos"/>
                <a:ea typeface="Aptos"/>
                <a:cs typeface="Aptos"/>
              </a:rPr>
              <a:t>Flask-Login</a:t>
            </a:r>
            <a:r>
              <a:rPr lang="ru-RU" sz="2000">
                <a:latin typeface="Aptos"/>
                <a:ea typeface="Aptos"/>
                <a:cs typeface="Aptos"/>
              </a:rPr>
              <a:t> (вход)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</a:t>
            </a:r>
            <a:r>
              <a:rPr lang="ru-RU" sz="2000">
                <a:latin typeface="Aptos"/>
                <a:ea typeface="Aptos"/>
                <a:cs typeface="Aptos"/>
              </a:rPr>
              <a:t>Bootstrap</a:t>
            </a:r>
            <a:r>
              <a:rPr lang="ru-RU" sz="2000">
                <a:latin typeface="Aptos"/>
                <a:ea typeface="Aptos"/>
                <a:cs typeface="Aptos"/>
              </a:rPr>
              <a:t> (дизайн)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</a:t>
            </a:r>
            <a:r>
              <a:rPr lang="ru-RU" sz="2000">
                <a:latin typeface="Aptos"/>
                <a:ea typeface="Aptos"/>
                <a:cs typeface="Aptos"/>
              </a:rPr>
              <a:t>Render</a:t>
            </a:r>
            <a:r>
              <a:rPr lang="ru-RU" sz="2000">
                <a:latin typeface="Aptos"/>
                <a:ea typeface="Aptos"/>
                <a:cs typeface="Aptos"/>
              </a:rPr>
              <a:t> (хостинг)</a:t>
            </a:r>
            <a:br>
              <a:rPr lang="ru-RU" sz="2000">
                <a:latin typeface="Aptos"/>
                <a:ea typeface="Aptos"/>
                <a:cs typeface="Aptos"/>
              </a:rPr>
            </a:br>
            <a:endParaRPr lang="ru-RU"/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42874" y="1853248"/>
            <a:ext cx="7296151" cy="434752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ru-RU" sz="4000">
                <a:latin typeface="Aptos"/>
                <a:ea typeface="Aptos"/>
                <a:cs typeface="Aptos"/>
              </a:rPr>
              <a:t>Скриншоты</a:t>
            </a:r>
            <a:br>
              <a:rPr lang="ru-RU" sz="1800">
                <a:latin typeface="Aptos"/>
                <a:ea typeface="Aptos"/>
                <a:cs typeface="Aptos"/>
              </a:rPr>
            </a:br>
            <a:r>
              <a:rPr lang="ru-RU" sz="1800">
                <a:latin typeface="Aptos"/>
                <a:ea typeface="Aptos"/>
                <a:cs typeface="Aptos"/>
              </a:rPr>
              <a:t>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50572" y="1135653"/>
            <a:ext cx="8946541" cy="4195481"/>
          </a:xfrm>
        </p:spPr>
        <p:txBody>
          <a:bodyPr/>
          <a:lstStyle/>
          <a:p>
            <a:pPr>
              <a:defRPr/>
            </a:pPr>
            <a:r>
              <a:rPr lang="ru-RU" sz="2000">
                <a:latin typeface="Aptos"/>
                <a:ea typeface="Aptos"/>
                <a:cs typeface="Aptos"/>
              </a:rPr>
              <a:t>· Главная с породами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Страница фактов с лайками</a:t>
            </a:r>
            <a:br>
              <a:rPr lang="ru-RU" sz="2000">
                <a:latin typeface="Aptos"/>
                <a:ea typeface="Aptos"/>
                <a:cs typeface="Aptos"/>
              </a:rPr>
            </a:br>
            <a:r>
              <a:rPr lang="ru-RU" sz="2000">
                <a:latin typeface="Aptos"/>
                <a:ea typeface="Aptos"/>
                <a:cs typeface="Aptos"/>
              </a:rPr>
              <a:t>· API ответ в JSON</a:t>
            </a:r>
            <a:br>
              <a:rPr lang="ru-RU" sz="2000">
                <a:latin typeface="Aptos"/>
                <a:ea typeface="Aptos"/>
                <a:cs typeface="Aptos"/>
              </a:rPr>
            </a:br>
            <a:endParaRPr lang="ru-RU"/>
          </a:p>
        </p:txBody>
      </p:sp>
      <p:pic>
        <p:nvPicPr>
          <p:cNvPr id="5" name="Рисунок 4" descr="Изображение выглядит как текст, снимок экрана, веб-страница, программное обеспечение&#10;&#10;Автоматически созданное описание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46111" y="2453056"/>
            <a:ext cx="4477732" cy="233576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дизайн&#10;&#10;Автоматически созданное описание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96000" y="609398"/>
            <a:ext cx="4848520" cy="2487700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а&#10;&#10;Автоматически созданное описание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78629" y="3910249"/>
            <a:ext cx="5847760" cy="24950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СПАСИБО ЗА ВНИМАНИЕ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5400"/>
              <a:t>Спапсибо</a:t>
            </a:r>
            <a:r>
              <a:rPr lang="ru-RU" sz="5400"/>
              <a:t> за внимание</a:t>
            </a:r>
            <a:endParaRPr/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0" y="1225485"/>
            <a:ext cx="12192000" cy="57591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Ион"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/>
        </a:gradFill>
        <a:blipFill>
          <a:blip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R7-Office/2024.1.1.375</Application>
  <DocSecurity>0</DocSecurity>
  <PresentationFormat>Широкоэкранный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misha180908@gmail.com</dc:creator>
  <cp:keywords/>
  <dc:description/>
  <dc:identifier/>
  <dc:language/>
  <cp:lastModifiedBy>Ростислав Райманов</cp:lastModifiedBy>
  <cp:revision>2</cp:revision>
  <dcterms:created xsi:type="dcterms:W3CDTF">2026-05-13T10:14:29Z</dcterms:created>
  <dcterms:modified xsi:type="dcterms:W3CDTF">2026-05-13T16:58:50Z</dcterms:modified>
  <cp:category/>
  <cp:contentStatus/>
  <cp:version/>
</cp:coreProperties>
</file>